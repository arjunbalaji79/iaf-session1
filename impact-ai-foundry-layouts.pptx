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2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8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i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ornamental border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sides framed in block-print motifs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TWO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Horizontal bands only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body copy. This variant keeps ornament only at the top and bottom, leaving the sides open. Good for paragraph-heavy slides where horizontal whitespace lets the text breathe across the full width.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THREE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add a featured quote, statistic, or single powerful idea that anchors this slide.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Attribution or source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FOUR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side panels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one heading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supporting text. The vertical block-print bands on the left and right edges frame the slide like a textile selvage.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two heading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 structure on the right for a balanced, symmetric pairing of ideas.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Macintosh PowerPoint</Application>
  <PresentationFormat>Widescreen</PresentationFormat>
  <Paragraphs>28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ab6136</cp:lastModifiedBy>
  <cp:revision>2</cp:revision>
  <dcterms:created xsi:type="dcterms:W3CDTF">2026-06-03T02:04:37Z</dcterms:created>
  <dcterms:modified xsi:type="dcterms:W3CDTF">2026-06-04T05:21:45Z</dcterms:modified>
</cp:coreProperties>
</file>