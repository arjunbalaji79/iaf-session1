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DISCOVERY DAY · BANGALORE · JUNE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ImpactAI Foundry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Welcome — find a seat, grab breakfast.   WiFi: ImpactAI-Guest   ·   Password: foundry2026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WHO WE 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Meet your facilitators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Arjun Balaji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Co-founder &amp; Program Lead.</a:t>
            </a:r>
            <a:endParaRPr lang="en-US" sz="1300" dirty="0"/>
          </a:p>
          <a:p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Built ImpactAI Foundry so Bangalore’s NGO sector gets the same operational AI capacity well-resourced organisations take for granted.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Jyothika Raju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Co-founder &amp; Program Lead.</a:t>
            </a:r>
            <a:endParaRPr lang="en-US" sz="1300" dirty="0"/>
          </a:p>
          <a:p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Designs the cohort experience and works with each organisation to turn real workflow problems into tools your team can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PARTNERS &amp; ADVISORS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We’re not doing this alone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Program partners</a:t>
            </a:r>
            <a:endParaRPr lang="en-US" sz="1600" dirty="0"/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Tech:NYC’s Decoded Futures — the programme we’re modelled on, 220+ nonprofits served in New York.</a:t>
            </a: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Bridging Ventures NYC.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Advisors</a:t>
            </a: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Prof. Sarah Holloway (Columbia SIPA) and Rajiv Joshi, advising in their individual capacity.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Opening doors and pressure-testing our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TODAY’S 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How we’ll spend the 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9:00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Arrival, breakfast, introductions.</a:t>
            </a:r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9:30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What to expect across the cohort.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10:00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Session 1 — Prompting &amp; design.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11:45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Session 2 — Defining AI problems.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1:00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Lunch.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2:00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Session 3 — Prototyping your solution.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3:45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Session 4 — Refining your solution.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4:45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Show &amp; tell — demo what you built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MEET YOUR COHORT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Eight organisations, one room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Mix across tables — cross-pollination starts now.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FRAMING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Hi there. We’re going to spend a lot of time together over the next two months — let’s start with some introductions.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A note before we dive 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TABLE TALK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Let’s start with introductions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Share with your table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Your name and organisation.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Something that excites you — or worries you — about AI.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Skepticism is welcome here. Naming a worry is as useful as naming a hope.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WHY THIS, WHY 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You know your work better than anyone in this room. Our job isn’t to tell you what to build — it’s to help you put AI to the work you already do.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The premise of the Foundry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WHAT’S POSSIBLE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What teams build in a programme like this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Build a policy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a usable internal AI policy for your org.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Automate the admin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reclaim hours from repetitive tasks.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Create &amp; communicate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draft materials and content faster.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Answer &amp; assist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handle repetitive questions at scale.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Learn &amp; decide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turn your own data into insight.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We’re a first cohort, so we’re learning together — but the destination is real, working tools you own and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COHORT ONE · WHAT TO EXPECT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The next two months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From friction in your day-to-day to a tool you can run.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LEARNING PATH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Five phases across four sessions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01  DISCOVER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build fluency with prompting; spot AI-shaped problems in your work.</a:t>
            </a:r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02  DEFINE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narrow to one workflow; map inputs, steps, success.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03  DESIGN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build a reusable prototype with your tech mentor; test on real examples.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04  REFINE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stress-test edge cases; add validation; fit it into your team’s workflow.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05  DELIVER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Demo Day, August 1; share what you built and what’s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PHASE 01 · DISCOVER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Ideation &amp; foundational learning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Explore where AI can help and build hands-on fluency before committing to a problem.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Goals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Explore high-impact AI use cases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Build fluency with prompting and core tools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Understand AI’s strengths and limits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Spot workflows that feel unclear or manual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PHASE 02 · DEFINE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Problem scoping &amp; workflow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Narrow from many ideas to one clear, AI-solvable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Goals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Narrow to one workflow — your MVP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Break the work into steps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Define inputs, constraints, stakeholders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Describe what success looks like, and how you’ll judge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PHASE 03 ·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Building &amp; testing the prototype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Turn the scoped workflow into a reusable AI prototype.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Goals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Build a reusable prototype aligned to the workflow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Apply structured prompting and context-setting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Test against real examples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Compare outputs to your success criteria and refine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PHASE 04 · REFINE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Testing the prototype for success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Make it consistent, reliable, and ready for real use.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Goals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Strengthen consistency through testing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Find edge cases and failure modes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Add validation steps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Clarify how it fits your team’s decisions and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PHASE 05 · DELIVER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Presenting &amp; sharing impact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Show what you built and how it changes the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Goals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Present the workflow, prototype, and evidence of impact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Share how you measured success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Outline next steps for adoption and iteration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WHOLE ARC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Where it all leads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Five phases. Four in-person sessions. One destination —</a:t>
            </a:r>
            <a:endParaRPr lang="en-US" sz="1600" dirty="0"/>
          </a:p>
          <a:p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Calibri"/>
              </a:rPr>
              <a:t>at least one working internal tool</a:t>
            </a:r>
            <a:r>
              <a:rPr sz="1500" b="0">
                <a:solidFill>
                  <a:srgbClr val="1F3A5F"/>
                </a:solidFill>
                <a:latin typeface="Calibri"/>
              </a:rPr>
              <a:t>, built by your team, for your team.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Every session returns to these phases. You’ll always know where you 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SAVE THE 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Demo Day — August 1, 2026. Each organisation presents a working tool you’ve built and the workflow it transforms.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The destination we’re building toward together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WHAT WE’RE LEARNING ABOUT 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Fluency takes time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Building fluency takes time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nobody walks in fluent; that’s the point of two months.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You learn best by doing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we build more than we lecture.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The fun comes in iterating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the second and third tries are where it gets good.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BEFORE WE BUILD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A quick word on ethics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Guardrails first — then we experiment freely.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LANDSCAPE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We’re navigating a new frontier together. None of us has all the answers yet — and that’s exactly why we start by agreeing on how we’ll move.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Why ethics comes first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AI ETHICS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You’re in control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Adopt AI in the way that’s right for your organisation.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THREE GUARDRAILS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Build with care, but build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01  Protect personal information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free AI tools aren’t private by default. Beneficiary and donor data stays out unless the platform is secure and configured for it.</a:t>
            </a:r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02  Keep a human in the loop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until you fully understand how a tool behaves on your work, review outputs before relying on them.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03  Customise for your community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out-of-the-box AI doesn’t reflect every context. Adapt it to truly serve the people you serve.</a:t>
            </a:r>
          </a:p>
          <a:p>
            <a:endParaRPr sz="1400" b="0">
              <a:solidFill>
                <a:srgbClr val="1F3A5F"/>
              </a:solidFill>
              <a:latin typeface="Calibri"/>
            </a:endParaRPr>
          </a:p>
          <a:p>
            <a:r>
              <a:rPr sz="1400" b="0">
                <a:solidFill>
                  <a:srgbClr val="8A7A55"/>
                </a:solidFill>
                <a:latin typeface="Calibri"/>
              </a:rPr>
              <a:t>… but don’t let these get in the way of getting started.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SESSION ONE · 10:00 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Prompting and design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The shortest path from blank prompt to useful output.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QUICK PROMPT · 15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Ask AI to solve a real work problem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Open the AI tool of your choice. Type a real problem you’re facing at work in plain language — no technique yet, no structure.</a:t>
            </a:r>
            <a:endParaRPr lang="en-US" sz="1600" dirty="0"/>
          </a:p>
          <a:p>
            <a:endParaRPr lang="en-US" sz="1600" dirty="0"/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There is no single </a:t>
            </a:r>
            <a:r>
              <a:rPr sz="1500" b="1">
                <a:solidFill>
                  <a:srgbClr val="B85042"/>
                </a:solidFill>
                <a:latin typeface="Calibri"/>
              </a:rPr>
              <a:t>“right” prompt.</a:t>
            </a:r>
            <a:r>
              <a:rPr sz="1500" b="0">
                <a:solidFill>
                  <a:srgbClr val="1F3A5F"/>
                </a:solidFill>
                <a:latin typeface="Calibri"/>
              </a:rPr>
              <a:t> Type anything. Revise as many times as you want.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The point is to feel the raw experience first — we’ll add structure next.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TABLE TALK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Reflect on that first attempt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What did the model ask you?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did it recommend?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was unexpected?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could be improved?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TEACHING 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What patterns make a prompt work better?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From a messy first try to a repeatable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PROMPTING IN THREE PARTS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Role, steps, output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01  Give it a role and a goal</a:t>
            </a:r>
            <a:endParaRPr lang="en-US" sz="1600" dirty="0"/>
          </a:p>
          <a:p>
            <a:r>
              <a:rPr sz="1400" b="0" i="1">
                <a:solidFill>
                  <a:srgbClr val="1F3A5F"/>
                </a:solidFill>
                <a:latin typeface="Calibri"/>
              </a:rPr>
              <a:t>“You are a fundraising communications specialist. Your objective is to draft donor thank-you emails.”</a:t>
            </a:r>
          </a:p>
          <a:p>
            <a:endParaRPr sz="1400" b="0" i="1">
              <a:solidFill>
                <a:srgbClr val="1F3A5F"/>
              </a:solidFill>
              <a:latin typeface="Calibri"/>
            </a:endParaRP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02  List the steps and context</a:t>
            </a:r>
          </a:p>
          <a:p>
            <a:r>
              <a:rPr sz="1400" b="0" i="1">
                <a:solidFill>
                  <a:srgbClr val="1F3A5F"/>
                </a:solidFill>
                <a:latin typeface="Calibri"/>
              </a:rPr>
              <a:t>“To complete this, follow these steps: Step 1… Step 2… Step 3…”</a:t>
            </a:r>
          </a:p>
          <a:p>
            <a:endParaRPr sz="1400" b="0" i="1">
              <a:solidFill>
                <a:srgbClr val="1F3A5F"/>
              </a:solidFill>
              <a:latin typeface="Calibri"/>
            </a:endParaRP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03  Describe the final output</a:t>
            </a:r>
          </a:p>
          <a:p>
            <a:r>
              <a:rPr sz="1400" b="0" i="1">
                <a:solidFill>
                  <a:srgbClr val="1F3A5F"/>
                </a:solidFill>
                <a:latin typeface="Calibri"/>
              </a:rPr>
              <a:t>“When you’re done, give me a summary paragraph and three bullet points of next steps.”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RE-RUN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Try your prompt again, with structure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Start a fresh conversation. Re-ask using</a:t>
            </a:r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Calibri"/>
              </a:rPr>
              <a:t>Role &amp; Goal → Steps &amp; Context → Output.</a:t>
            </a:r>
          </a:p>
          <a:p>
            <a:endParaRPr sz="1500" b="1">
              <a:solidFill>
                <a:srgbClr val="B85042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You’re refining your prompt — not trying to perfect the output. The contrast with your first try is the lesson.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TABLE TALK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What changed?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Role &amp; Goal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where did you define the model’s expertise or purpose?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Steps &amp; Context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where did you guide how it works with you?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Output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where did you specify what “done” looks like?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Which part was hardest to make explicit, and why?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PAUSE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Break — 15 minutes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Stretch, refill, compare notes. Back at the top of the hour.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TOOL TIPS &amp; TRICKS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Make the tools work for you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Privacy &amp; data controls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find where to turn off model training on your data. Critical for NGOs handling sensitive beneficiary information.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Attachments, web search, tools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see what the input bar can actually do.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Free tools aren’t private by default — we’ll come back to this in the ethics of your real workflows.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TOOL TIPS &amp; TRICKS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A few habits that pay off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Save your best prompts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reuse beats rewriting.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Iterate in the same chat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give feedback instead of starting over.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Be specific about format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tell it the shape of the answer you want.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Small habits compound across a two-month build.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SESSION TWO · 11:45 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Defining AI problems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The friction in your work is the starting point — not the tool.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BRINGING IT FORWARD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You already know how to build a prompt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You’ve got the three parts — </a:t>
            </a:r>
            <a:r>
              <a:rPr sz="1500" b="1">
                <a:solidFill>
                  <a:srgbClr val="B85042"/>
                </a:solidFill>
                <a:latin typeface="Calibri"/>
              </a:rPr>
              <a:t>Role &amp; Goal, Steps &amp; Context, Output</a:t>
            </a:r>
            <a:r>
              <a:rPr sz="1500" b="0">
                <a:solidFill>
                  <a:srgbClr val="1F3A5F"/>
                </a:solidFill>
                <a:latin typeface="Calibri"/>
              </a:rPr>
              <a:t>.</a:t>
            </a:r>
            <a:endParaRPr lang="en-US" sz="1600" dirty="0"/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Now we point them at a real problem worth solving.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Good prompts start with a well-defined problem. That’s what this session is about.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AI DESIGN WORKFLOW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Five steps, in order, every time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01  Define the problem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name the friction in concrete terms.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02  Describe the current workflow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who does what, when, with what info.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03  Clarify the output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what does “done” look like, in a form you can hold?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04  Define success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three to five things that tell you the result is good.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05  Prototype, test, iterate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refine the prompt, not the output.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START HERE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What part of your work feels repetitive, slow, or more manual than it should be?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That feeling is your starting point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 01 · DEFINE THE PROBLEM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Name your pain point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Fit a challenge into this template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My pain point at work is that I spend time </a:t>
            </a:r>
            <a:r>
              <a:rPr sz="1500" b="0">
                <a:solidFill>
                  <a:srgbClr val="1F3A5F"/>
                </a:solidFill>
                <a:latin typeface="Calibri"/>
              </a:rPr>
              <a:t>(specific task).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If I could reduce or change this by </a:t>
            </a:r>
            <a:r>
              <a:rPr sz="1500" b="0">
                <a:solidFill>
                  <a:srgbClr val="1F3A5F"/>
                </a:solidFill>
                <a:latin typeface="Calibri"/>
              </a:rPr>
              <a:t>(specific improvement),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I would gain </a:t>
            </a:r>
            <a:r>
              <a:rPr sz="1500" b="0">
                <a:solidFill>
                  <a:srgbClr val="1F3A5F"/>
                </a:solidFill>
                <a:latin typeface="Calibri"/>
              </a:rPr>
              <a:t>(time, quality, or clarity impact).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Big challenges and small ones both count — a fundraising goal, or one type of email.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PROBLEM IDENTIFICATION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Weak vs strong framing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Weak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“My pain point is that I spend too much time trying to raise money. If I could fix this by getting more money, I’d gain greater impact.”</a:t>
            </a:r>
            <a:endParaRPr lang="en-US" sz="1300" dirty="0"/>
          </a:p>
          <a:p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A real problem — but not one AI can directly solve. Specificity is missing.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Strong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spend hours answering repetitive enquiries about our programmes each week. If I automated even half, I’d gain ~5 hours a week for higher-value work.”</a:t>
            </a:r>
            <a:endParaRPr lang="en-US" sz="1300" dirty="0"/>
          </a:p>
          <a:p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Specific task, specific change, measurable gain.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 01 · A SECOND PASS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Make it sharper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Push on your own framing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Can AI actually touch this</a:t>
            </a:r>
            <a:r>
              <a:rPr sz="1500" b="0">
                <a:solidFill>
                  <a:srgbClr val="1F3A5F"/>
                </a:solidFill>
                <a:latin typeface="Calibri"/>
              </a:rPr>
              <a:t> — or is it a resourcing problem in disguise?</a:t>
            </a: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The more specific the task, the more solvable it becomes.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Rewrite your pain point until a colleague could act on it without asking you a question.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NICE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Great — you’ve identified a problem. So how do we know whether AI can actually solve it?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From problem to solution type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FIVE SOLUTION TYPES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Where AI actually fits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Answer &amp; Assist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“I get a lot of questions and can’t keep up.”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Automate the Admin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“I keep doing the same task over and over.”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Create &amp; Communicate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“I need to write or make something to share.”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Sort &amp; Scan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“I spend too long reviewing things that follow a pattern.”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Learn &amp; Decide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“I want insight to make a smarter choice.”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SOLUTION TYPE ·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Answer &amp; Assist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Sounds like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get a lot of questions and can’t keep up with answering them all.”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Handling repetitive enquiries from constituents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Answering staff questions about a new HR policy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A first-line FAQ for your programmes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SOLUTION TYPE ·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Automate the Admin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Sounds like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keep doing the same tasks over and over, and it’s taking time from more important work.”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Cross-checking volunteer timesheets across spreadsheets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Scanning receipts for expense reports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Reformatting data from one layout to another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SOLUTION TYPE ·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Create &amp; Communicate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Sounds like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need to write or create something to share with others.”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Drafting blog posts and newsletters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Building volunteer training materials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Generating a simple programme webpage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SOLUTION TYPE ·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Sort &amp; Scan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Sounds like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spend too much time reviewing information that follows a pattern.”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Ranking volunteer or grant applications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Triaging incoming requests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Reviewing submissions against a rubric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SOLUTION TYPE ·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Learn &amp; Decide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Sounds like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“I want to learn something new, or need better insight to make smarter choices.”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Examples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Analysing qualitative survey data about your programmes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Planning whether to expand to a new area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Summarising a long report into a decision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TABLE TALK · 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Which type is yours?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Run your problem against the five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Answer &amp; Assist · Automate the Admin · Create &amp; Communicate · Sort &amp; Scan · Learn &amp; Decide.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Discuss with your table which category each of your problems fits, and why.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49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A QUICK ASIDE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The right tool follows the problem — never the other way round. Name the work first; the technology second.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Keep the order straight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AI DESIGN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Step 1 down — four to go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Done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01  Define the problem 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Up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02  Describe the current workflow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03  Clarify the output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04  Define success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05  Prototype, test, iterate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 02 · DESCRIBE THE WORKFLOW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How do you do it today?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Describe how the process runs now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Who does what?  </a:t>
            </a:r>
            <a:r>
              <a:rPr sz="1500" b="0">
                <a:solidFill>
                  <a:srgbClr val="1F3A5F"/>
                </a:solidFill>
                <a:latin typeface="Calibri"/>
              </a:rPr>
              <a:t>When do steps happen, and what relies on the step before?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information moves it forward?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Then map those steps into the “Steps” of your prompt.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AI DESIGN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Two down — keep going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Done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01  Define the problem  ✓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02  Describe the current workflow  ✓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Up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03  Clarify the output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04  Define success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05  Prototype, test, iterate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 03 · CLARIFY THE OUTPUT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What does “done” look like?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Define the </a:t>
            </a:r>
            <a:r>
              <a:rPr sz="1500" b="1">
                <a:solidFill>
                  <a:srgbClr val="B85042"/>
                </a:solidFill>
                <a:latin typeface="Calibri"/>
              </a:rPr>
              <a:t>output</a:t>
            </a:r>
            <a:r>
              <a:rPr sz="1500" b="0">
                <a:solidFill>
                  <a:srgbClr val="1F3A5F"/>
                </a:solidFill>
                <a:latin typeface="Calibri"/>
              </a:rPr>
              <a:t> for your prompt. </a:t>
            </a:r>
            <a:r>
              <a:rPr sz="1500" b="1">
                <a:solidFill>
                  <a:srgbClr val="B85042"/>
                </a:solidFill>
                <a:latin typeface="Calibri"/>
              </a:rPr>
              <a:t>Think how you’d brief a new hire.</a:t>
            </a:r>
            <a:endParaRPr lang="en-US" sz="1600" dirty="0"/>
          </a:p>
          <a:p>
            <a:endParaRPr lang="en-US" sz="1600" dirty="0"/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It could be an answer, a document, an image, a spreadsheet — be concrete about the shape.</a:t>
            </a:r>
          </a:p>
          <a:p>
            <a:endParaRPr sz="1500" b="0">
              <a:solidFill>
                <a:srgbClr val="1F3A5F"/>
              </a:solidFill>
              <a:latin typeface="Calibri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If you can picture the finished thing, you can describe it to the model.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AI DESIGN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Three down — almost there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Done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01  Define the problem  ✓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02  Describe the current workflow  ✓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03  Clarify the output  ✓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Up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04  Define success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05  Prototype, test, iterate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 04 · DEFINE SUCCESS · 10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How will you know it’s good?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This isn’t part of the prompt itself — but it’s how you’ll judge every result.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Write 3–5 things that would tell you the output is “good.”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The same standard you’d hold a new employee to.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FUN PART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You should now have a draft prompt — or be on your way. After lunch, we run it, judge it against your success criteria, and start to iterate.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Step 5 — we pick this up at 2:00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BREAK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Lunch — see you at 2:00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Eat, talk, let the problem breathe. We pick up with prototyping.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A RUNNING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Welcome to the Prompt Cookbook — ready-to-use prompts organised by the five solution types, so you never start from a blank page.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impactaifoundry.com/cookbook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59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SESSION THREE · 2:00 PM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Prototyping your solution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By the end of this session, you should have something you can run.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PROTOTYPING · 85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Build your custom solution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01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Make sure your problem from this morning feels specific.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02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(Optional) If you’re stuck, grab a cookbook prompt and iterate on that.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03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Iterate on the prompt to build your custom solution.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04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(Optional, advanced) Try a Custom GPT or a saved project.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Mentors are circulating — every team has hands-on support.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MID-SESSION CHECK-IN · 15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What’s working? What’s challenging?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Surface a blocker — someone else in the room has hit it too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RUN THE 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Judge it against your success criteria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0">
                <a:solidFill>
                  <a:srgbClr val="1F3A5F"/>
                </a:solidFill>
                <a:latin typeface="Calibri"/>
              </a:rPr>
              <a:t>Use the 3–5 things you wrote in Step 4 —</a:t>
            </a:r>
            <a:endParaRPr lang="en-US" sz="1600" dirty="0"/>
          </a:p>
          <a:p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works?  What doesn’t?  What surprised you?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1F3A5F"/>
                </a:solidFill>
                <a:latin typeface="Calibri"/>
              </a:rPr>
              <a:t>Then change the prompt to close the gap.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You’re refining the prompt, not hand-fixing the output.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PAUSE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Break — 15 minutes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Save your work. Back in fifteen to refine what you’ve built.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SESSION FOUR · 3:45 PM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Refining your solution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We’re in the home stretch — make it stronger and more reliable.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REFINING · 60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Tips to push it further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Add detail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go back through your instructions and make them more explicit.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Add constraints and examples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show one good and one bad example.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Add context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upload more public materials, never beneficiary data.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Go advanced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for API calls or custom code, pair with a tech mentor.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Stuck? Ask a mentor, your table, or the model itself what it would do.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A REMINDER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“Public materials” is deliberate. No beneficiary data goes into a tool you haven’t vetted — not even to make the demo better.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The guardrail still holds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STEPPING BACK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What you’ve done today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700" b="0">
                <a:solidFill>
                  <a:srgbClr val="1F3A5F"/>
                </a:solidFill>
                <a:latin typeface="Calibri"/>
              </a:rPr>
              <a:t>From a blank prompt this morning to </a:t>
            </a:r>
            <a:r>
              <a:rPr sz="1700" b="1">
                <a:solidFill>
                  <a:srgbClr val="B85042"/>
                </a:solidFill>
                <a:latin typeface="Calibri"/>
              </a:rPr>
              <a:t>a working tool you can run</a:t>
            </a:r>
            <a:r>
              <a:rPr sz="1700" b="0">
                <a:solidFill>
                  <a:srgbClr val="1F3A5F"/>
                </a:solidFill>
                <a:latin typeface="Calibri"/>
              </a:rPr>
              <a:t> this afternoon.</a:t>
            </a:r>
            <a:endParaRPr lang="en-US" sz="1600" dirty="0"/>
          </a:p>
          <a:p>
            <a:endParaRPr lang="en-US" sz="1600" dirty="0"/>
          </a:p>
          <a:p>
            <a:r>
              <a:rPr sz="1700" b="0">
                <a:solidFill>
                  <a:srgbClr val="1F3A5F"/>
                </a:solidFill>
                <a:latin typeface="Calibri"/>
              </a:rPr>
              <a:t>You scoped a real problem, mapped a workflow, defined success, and built against it.</a:t>
            </a:r>
          </a:p>
          <a:p>
            <a:endParaRPr sz="1700" b="0">
              <a:solidFill>
                <a:srgbClr val="1F3A5F"/>
              </a:solidFill>
              <a:latin typeface="Calibri"/>
            </a:endParaRPr>
          </a:p>
          <a:p>
            <a:r>
              <a:rPr sz="1700" b="0">
                <a:solidFill>
                  <a:srgbClr val="8A7A55"/>
                </a:solidFill>
                <a:latin typeface="Calibri"/>
              </a:rPr>
              <a:t>That’s the whole method — and you’ll repeat it every session.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SHARE-OUT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Show &amp; tell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Every team has something runnable. Let’s hear it.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69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SHOW &amp; TELL · 3-MIN SHARE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Reflections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Introduce yourself and your organisation.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challenge did you set out to work on today?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What went well? What was hard?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Any other reflections?</a:t>
            </a:r>
          </a:p>
          <a:p>
            <a:endParaRPr sz="1600" b="1">
              <a:solidFill>
                <a:srgbClr val="B85042"/>
              </a:solidFill>
              <a:latin typeface="Georgia"/>
            </a:endParaRP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Keep it celebratory, not evaluative — the win is that you built something.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TODAY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We did it. Every organisation in this room walked out with something runnable that didn’t exist this morning.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That’s the whole point of Discovery Day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 dirty="0">
                <a:solidFill>
                  <a:srgbClr val="B85042"/>
                </a:solidFill>
                <a:latin typeface="Georgia"/>
              </a:rPr>
              <a:t>71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WHAT’S NEXT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Between now and Session 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Session 2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in two weeks; we’ll confirm the date and time by email.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Stay in touch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chat on Slack or email the team anytime between sessions.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For next time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keep refining your problem and workflow; we pick up right there.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ROAD TO DEMO 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What’s ahead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The 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Keep iterating on your prototype with your mentor; bring it into your team’s real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The milestone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Demo Day — August 1, 2026.</a:t>
            </a:r>
            <a:endParaRPr lang="en-US" sz="1300" dirty="0"/>
          </a:p>
          <a:p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Present your tool and the workflow it changed.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DATA · PRE-SURVEY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Before you go — two minutes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700" b="0">
                <a:solidFill>
                  <a:srgbClr val="1F3A5F"/>
                </a:solidFill>
                <a:latin typeface="Calibri"/>
              </a:rPr>
              <a:t>Scan the QR code or open the link to capture a baseline —</a:t>
            </a:r>
            <a:endParaRPr lang="en-US" sz="1600" dirty="0"/>
          </a:p>
          <a:p>
            <a:endParaRPr lang="en-US" sz="1600" dirty="0"/>
          </a:p>
          <a:p>
            <a:r>
              <a:rPr sz="1800" b="1">
                <a:solidFill>
                  <a:srgbClr val="B85042"/>
                </a:solidFill>
                <a:latin typeface="Georgia"/>
              </a:rPr>
              <a:t>your confidence with AI, and the hours you spend on the task you chose today.</a:t>
            </a:r>
          </a:p>
          <a:p>
            <a:endParaRPr sz="1800" b="1">
              <a:solidFill>
                <a:srgbClr val="B85042"/>
              </a:solidFill>
              <a:latin typeface="Georgia"/>
            </a:endParaRPr>
          </a:p>
          <a:p>
            <a:r>
              <a:rPr sz="1700" b="0">
                <a:solidFill>
                  <a:srgbClr val="8A7A55"/>
                </a:solidFill>
                <a:latin typeface="Calibri"/>
              </a:rPr>
              <a:t>This is our impact-measurement starting point. Please don’t skip it.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FOLLOW ALONG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Stay connected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Online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Website &amp; case studies at impactaifoundry.com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LinkedIn for cohort updates and what teams are building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In person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0">
                <a:solidFill>
                  <a:srgbClr val="1F3A5F"/>
                </a:solidFill>
                <a:latin typeface="Calibri"/>
              </a:rPr>
              <a:t>Session 2 in two weeks</a:t>
            </a:r>
            <a:endParaRPr lang="en-US" sz="1300" dirty="0"/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Demo Day, August 1, 2026</a:t>
            </a:r>
          </a:p>
          <a:p>
            <a:r>
              <a:rPr sz="1300" b="0">
                <a:solidFill>
                  <a:srgbClr val="1F3A5F"/>
                </a:solidFill>
                <a:latin typeface="Calibri"/>
              </a:rPr>
              <a:t>Your tech mentor, throughout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THANK YOU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Thank you for trusting us with your time and your work. We’re genuinely building this together — and this is only Session 1.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Arjun &amp; Jyothika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76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UNTIL NEXT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See you at Session 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Thank you  ·  impactaifoundry.com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3814</Words>
  <Application>Microsoft Macintosh PowerPoint</Application>
  <PresentationFormat>Widescreen</PresentationFormat>
  <Paragraphs>628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ab6136</cp:lastModifiedBy>
  <cp:revision>2</cp:revision>
  <dcterms:created xsi:type="dcterms:W3CDTF">2026-06-03T02:04:37Z</dcterms:created>
  <dcterms:modified xsi:type="dcterms:W3CDTF">2026-06-04T06:42:56Z</dcterms:modified>
</cp:coreProperties>
</file>